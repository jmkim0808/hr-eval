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0076688" cy="7562088"/>
  <p:notesSz cx="7562088" cy="100766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인사평가는 따로 아이디·비밀번호가 없습니다. 사내 포털에 로그인한 상태에서 인사평가 앱을 열면, 한 번 더 확인하려고 회사 메일로 인증번호 6자리를 보냅니다. 메일함에서 번호를 확인해 넣고 [인증하기]를 누르면 됩니다. 메일이 안 보이면 스팸함을 보시고, 1분 뒤 [다시 보내기]를 누르세요.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들어오면 [내 할 일]이 먼저 보입니다. 맨 위에 올해 평가 기간과 마감까지 남은 날이 나오고, 아래 카드가 지금 할 일입니다. 직원은 [내 평가지 작성]과 [내 가점 확인] 두 개가 보입니다. 카드 아래 작은 표시로 작성 전·작성 중·제출 완료를 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평가지는 기본이 [한 장씩] 보기입니다. 화면 가운데 질문 하나에 1점부터 10점까지 단추가 있고, 누르면 다음 항목으로 넘어갑니다. 왼쪽 목록은 전체 흐름입니다. 체크가 된 것은 끝난 항목이고, 아무 항목이나 누르면 그리로 갑니다. 한 화면에서 모두 보고 싶으면 위쪽 [한눈에 보기]를 누르세요. 마지막 두 장은 업적 글과 내년 계획을 쓰는 칸입니다. 쓰다 멈추면 저절로 저장되니 창을 닫아도 다시 이어서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모든 칸을 채우면 마지막 장 [마지막 확인]에서 [제출]을 누릅니다. 빈칸이 있으면 어디가 비었는지 알려 줍니다. 제출하면 내 할 일 카드에 "제출 완료"와 날짜·시간이 보입니다. 개인작성 기간 안에는 평가지를 다시 열어 고친 뒤 다시 제출할 수 있습니다. 참고로 본인평가 점수는 최종 점수에 들어가지 않고, 평가자가 참고하는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[내 가점 확인]을 누르면 자격증·포상 등 항목별 가점과 합계가 보입니다. 인사팀이 넣거나 고치면 바로 바뀌고, 아래 "바뀐 기록"에 언제 무엇이 바뀌었는지 남습니다. 지금 보이는 값은 잠정치라 취합이 끝나면 더해질 수 있습니다. 빠지거나 틀린 것이 있으면 맨 아래 칸에 적고 [정정 요청 보내기]를 누르세요. 인사팀 답변이 이 화면에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등급이 확정되고 인사팀이 결과를 보내면 메일로 알림이 갑니다. 그 뒤 내 할 일에 [내 평가결과]가 생깁니다. 맨 위에 평가등급과 그룹 안에서의 위치, 최종점수가 보이고, 그 아래 1차·2차 점수와 가점 합계, 1·2차 평가자가 쓴 평가의견이 나옵니다. 결과는 대외비이니 다른 사람에게 보여 주지 마세요. 지난해 결과는 [지난 평가 기록]에서 다시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자주 나올 질문을 모았습니다. 특히 쓰다가 창을 닫아도 저장되어 있다는 점, 기간 안에는 제출한 뒤에도 고칠 수 있다는 점을 꼭 기억해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평가자는 다섯 가지만 기억하시면 됩니다. 첫째, 내가 맡은 사람들 점수의 평균을 80점에 맞춥니다. 허용 범위는 79.8에서 80.2입니다. 마지막 사람을 제출할 때 확인하고, 벗어나면 제출이 막히며 어떻게 고치면 되는지 화면이 알려 줍니다. 둘째, 맡은 사람이 1명이면 이 규칙이 없습니다. 셋째, 점수는 1~10점이고 0.1점 단위로 줄 수 있습니다. 점수는 역량 30%, 업적 70%로 계산합니다. 넷째, 평가의견은 직원 결과지에 그대로 보입니다. 다섯째, 1차 평가자는 2차 점수와 의견을 볼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내 할 일에서 [1차 평가](임원은 [2차 평가])를 누르면 이 화면이 나옵니다. 맨 위 사람 띠는 내가 맡은 사람들입니다. 누르면 그 사람으로 가고, 끝난 사람은 "완료"로 바뀝니다. 그 아래 평균 상자는 지금까지 준 점수의 평균이 80점 기준에서 어디쯤인지 보여 줍니다. 가운데에서 점수를 고르는데, 주황 밑줄이 있는 숫자는 직원이 스스로 매긴 점수입니다. 오른쪽에는 직원이 쓴 업적 글과 가점이 있어 참고하면서 평가할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항목마다 점수를 고르고 [다음]을 누릅니다. 역량 항목 다음에 업적 점수, 그다음 평가의견을 씁니다. 평가의견은 선택이지만 쓰면 직원에게 그대로 보입니다. 마지막 장에서 [제출]을 누르면 칸이 잠기고 제출 시각이 남습니다. 저절로 다음 사람으로 넘어가지 않으니 [다음 사람 평가하기]를 눌러 주세요. 고치고 싶으면 기간 안에 [제출 취소]를 누른 뒤 고쳐서 다시 제출하면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평균은 마지막 사람을 제출할 때 확인합니다. 예시 화면은 평균이 87.5점이라 막힌 경우입니다. 빨간 글씨로 막힌 이유가 나오고, 아래에 고칠 방법이 두 가지 제안됩니다. 지금 사람의 업적 점수만 고치는 방법과, 모두의 업적 점수를 조금씩 낮추는 방법입니다. 둘 중 하나를 골라 고친 뒤 다시 [제출]하면 됩니다. 역량 항목으로 맞춰도 되지만, 업적 비중이 70%라 업적 점수로 맞추는 것이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평가 화면 오른쪽 위 [내 평가 현황]을 누르면 이 화면이 나옵니다. 몇 명을 냈는지, 내 평균이 기준 안에 있는지, 마감까지 며칠 남았는지 숫자 카드로 보입니다. 아래 그림은 내가 준 점수 분포로, 점 하나가 한 사람입니다. 더 아래 표에는 사람별 점수와 제출 일시가 있습니다. [평가 화면으로]를 누르면 이어서 평가할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임원분들은 2차 기간에 할 일이 두 가지입니다. 팀원 2차 평가와 팀장 평가입니다. 내 할 일에 [팀장 평가] 카드가 따로 생깁니다. 화면과 방법은 팀원 평가와 같습니다. 맡은 팀장이 2명 이상이면 평균 80점 규칙이 똑같이 적용되고, 1명이면 화면에 "적용하지 않습니다"라고 나옵니다. 팀장은 1차 평가 없이 임원 한 분이 평가합니다.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평가자분들이 자주 물을 내용입니다. 특히 평가의견은 직원에게 그대로 보인다는 점, 기간이 지나면 고칠 수 없다는 점을 다시 강조해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[발표] 궁금한 점은 경영지원실 인사 담당자에게 연락 주세요. 화면이 이상하면 어느 화면에서 무엇을 눌렀을 때 생겼는지, 화면 캡처와 함께 알려 주시면 빨리 고칠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Ⅰ. 들어가기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들어가는 방법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포털에 로그인한 뒤 [인사평가]를 열고, 회사 메일로 온 인증번호 6자리를 넣으면 들어갑니다.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3895344" cy="4610433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3840480" cy="455556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9839" y="3668659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9839" y="366865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52882" y="465266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2882" y="46526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536192" y="5777887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536192" y="577788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36008" y="1783080"/>
            <a:ext cx="493776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36008" y="2148840"/>
            <a:ext cx="493776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8006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8231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8231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111496" y="2276856"/>
            <a:ext cx="43708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사내 포털 → [인사평가] 열기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111496" y="2462784"/>
            <a:ext cx="4370832" cy="30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포털에 로그인한 상태에서 앱 목록의 인사평가를 누릅니다. 인증번호가 회사 메일로 바로 갑니다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36008" y="2917952"/>
            <a:ext cx="493776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36008" y="2917952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82312" y="298196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782312" y="298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111496" y="2972816"/>
            <a:ext cx="43708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인증번호 6자리 입력 → [인증하기]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111496" y="3158744"/>
            <a:ext cx="43708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메일함에서 번호를 확인해 넣습니다. 10분 안에 넣어 주세요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782312" y="354888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782312" y="3548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111496" y="3539744"/>
            <a:ext cx="43708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오면 [다시 보내기]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111496" y="3725672"/>
            <a:ext cx="43708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스팸함을 먼저 확인하고, 1분 뒤 다시 보낼 수 있습니다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636008" y="5675630"/>
            <a:ext cx="4937760" cy="770890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4800600" y="5767070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 기간에만 열립니다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4800600" y="6023102"/>
            <a:ext cx="4608576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직원은 인사팀이 평가 시작 안내 메일을 보낸 뒤부터 들어올 수 있습니다. "등록되지 않은 사번"이 나오면 인사 담당자에게 알려 주세요.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직원편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할 일 화면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들어오면 첫 화면에 지금 해야 할 일과 마감일이 카드로 보입니다. 카드를 누르면 바로 그 화면으로 갑니다.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541264" cy="2009191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486400" cy="195432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23744" y="2062891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23744" y="206289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627986" y="2504569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627986" y="250456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656893" y="273908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656893" y="2739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700784" y="31788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700784" y="31788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81928" y="1783080"/>
            <a:ext cx="329184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81928" y="2148840"/>
            <a:ext cx="329184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465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2823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2823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757416" y="2276856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기간과 남은 날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757416" y="2462784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올해 평가 기간과 마감까지 남은 날(D-3 등)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281928" y="2788920"/>
            <a:ext cx="329184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281928" y="2788920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2823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42823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757416" y="2843784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[내 평가지 작성]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757416" y="3029712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눌러서 평가지를 씁니다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42823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2823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757416" y="3410712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진행 상태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757416" y="3596640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전 → 작성 중 → 제출 완료(날짜·시간)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428232" y="3986784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42823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757416" y="3977640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[내 가점 확인]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757416" y="4163568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인사팀이 넣은 가점을 바로 확인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281928" y="5675630"/>
            <a:ext cx="3291840" cy="770890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446520" y="576707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어디서든 [← 내 할 일]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446520" y="6023102"/>
            <a:ext cx="2962656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화면에서도 왼쪽 위 [← 내 할 일]을 누르면 이 화면으로 돌아옵니다.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직원편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평가지 쓰기 ① 점수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장에 한 항목씩 점수를 고르면 다음 항목으로 넘어가고, 쓰는 내용은 저절로 저장됩니다.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175504" cy="3043067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se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120640" cy="298820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845601" y="1861429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845601" y="186142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141903" y="2769843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41903" y="276984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61258" y="3612516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61258" y="36125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26351" y="387547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726351" y="387547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16168" y="1783080"/>
            <a:ext cx="365760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16168" y="2148840"/>
            <a:ext cx="365760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807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6247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06247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391656" y="2276856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보기 방식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391656" y="2462784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[한 장씩](기본) 또는 [한눈에 보기]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06247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06247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391656" y="2843784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왼쪽 전체 흐름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391656" y="3029712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 = 끝난 항목, 누르면 그 항목으로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916168" y="3355848"/>
            <a:ext cx="365760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916168" y="3355848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06247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06247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391656" y="3410712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점수 고르기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391656" y="3596640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누르면 다음 항목으로. 키보드 1~0도 됩니다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062472" y="3986784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06247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391656" y="3977640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[다음] · [이전]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391656" y="4163568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마지막에 업적 글·내년 계획을 씁니다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916168" y="5675630"/>
            <a:ext cx="3657600" cy="770890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080760" y="576707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저절로 저장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080760" y="6023102"/>
            <a:ext cx="3328416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쓰다 멈추면 저장됩니다. 창을 닫아도 다시 열면 이어서 쓸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직원편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평가지 쓰기 ② 제출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확인 장에서 [제출]하면 제출 일시가 남고, 기간 안에는 다시 고쳐서 제출할 수 있습니다.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541264" cy="1924785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submit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486400" cy="186992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05302" y="2655266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105302" y="265526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81928" y="1783080"/>
            <a:ext cx="329184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81928" y="2148840"/>
            <a:ext cx="329184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465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2823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2823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757416" y="2276856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[마지막 확인] → [제출]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757416" y="2462784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빈칸이 있으면 어디가 비었는지 알려 줍니다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81928" y="2788920"/>
            <a:ext cx="329184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81928" y="2788920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2823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42823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757416" y="2843784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"제출 완료" + 날짜·시간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757416" y="3029712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할 일 카드에 표시됩니다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2823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2823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757416" y="3410712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기간 안에는 다시 고치기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757416" y="3596640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평가지를 다시 열어 고친 뒤 다시 [제출]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428232" y="3986784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2823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757416" y="3977640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기간이 끝나면 잠김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757416" y="4163568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뒤에는 볼 수만 있습니다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281928" y="5518785"/>
            <a:ext cx="3291840" cy="927735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46520" y="5610225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본인평가 점수는 참고용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446520" y="5866257"/>
            <a:ext cx="2962656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본인이 매긴 점수는 최종 점수에 들어가지 않고, 1·2차 평가자가 참고합니다. 업적 글은 구체적으로(숫자·결과 중심) 써 주세요.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직원편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가점 확인·정정 요청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가점은 인사팀이 넣는 즉시 보이고, 다르면 같은 화면에서 정정을 요청할 수 있습니다.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4261104" cy="3172879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bonu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4206240" cy="311801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64101" y="1745276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64101" y="17452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322040" y="2509190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322040" y="25091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" y="5001679"/>
            <a:ext cx="4261104" cy="13513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7" name="Image 1" descr="/tmp/claude-0/-home-user-hr-eval/f1c51dbb-46cf-5fd9-ad33-9d189246058b/scratchpad/guide/crop/bonus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111"/>
            <a:ext cx="4206240" cy="12964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04128" y="592668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404128" y="59266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01768" y="1783080"/>
            <a:ext cx="457200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01768" y="2148840"/>
            <a:ext cx="457200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6636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14807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14807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5477256" y="2276856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지금은 잠정치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5477256" y="2462784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취합이 끝나면 더해지고, 틀린 곳은 정정되어 바로 반영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14807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14807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477256" y="2843784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항목별 점수와 합계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5477256" y="3029712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"바뀐 기록"에 언제·무엇이 바뀌었는지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001768" y="3355848"/>
            <a:ext cx="457200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001768" y="3355848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14807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14807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5477256" y="3410712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다르면 [정정 요청 보내기]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77256" y="3596640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적어 보내면 인사팀 답변이 이 화면에 표시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직원편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보기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알림 메일을 받으면 [내 평가결과]에서 등급·점수·가점과 1·2차 평가의견을 확인합니다.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4535424" cy="345434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4480560" cy="33994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05418" y="2075545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05418" y="207554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141263" y="3125983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41263" y="31259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62238" y="374128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262238" y="3741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276088" y="1783080"/>
            <a:ext cx="429768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76088" y="2148840"/>
            <a:ext cx="429768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406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276088" y="2221992"/>
            <a:ext cx="429768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76088" y="2221992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2239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2239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751576" y="2276856"/>
            <a:ext cx="373075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평가등급 · 그룹 내 위치 · 최종점수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751576" y="2462784"/>
            <a:ext cx="373075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알림 메일을 받은 뒤 볼 수 있습니다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42239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42239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751576" y="2843784"/>
            <a:ext cx="373075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· 2차 점수, 가점 합계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751576" y="3029712"/>
            <a:ext cx="373075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최종점수 = 평가 점수 + 가점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542239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2239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751576" y="3410712"/>
            <a:ext cx="373075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· 2차 평가의견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751576" y="3596640"/>
            <a:ext cx="373075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평가자가 쓴 의견이 그대로 보입니다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276088" y="5675630"/>
            <a:ext cx="4297680" cy="770890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440680" y="5767070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대외비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440680" y="6023102"/>
            <a:ext cx="3968496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화면은 본인만 볼 수 있습니다. 캡처·공유하지 마세요. 지난해 결과는 [지난 평가 기록]에서 다시 볼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직원편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자주 묻는 질문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대부분은 화면 안내대로 하면 되고, 해결되지 않으면 인사 담당자에게 화면을 캡처해 알려 주세요.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문의: 경영지원실 인사 담당자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1783080"/>
            <a:ext cx="2834640" cy="365760"/>
          </a:xfrm>
          <a:prstGeom prst="rect">
            <a:avLst/>
          </a:prstGeom>
          <a:solidFill>
            <a:srgbClr val="0B3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783080"/>
            <a:ext cx="6236208" cy="365760"/>
          </a:xfrm>
          <a:prstGeom prst="rect">
            <a:avLst/>
          </a:prstGeom>
          <a:solidFill>
            <a:srgbClr val="0B3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이럴 때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1783080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하세요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1488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" y="2148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인증번호 메일이 안 와요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65576" y="21488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스팸함을 확인하고, 1분 뒤 [다시 보내기]를 누르세요. 계속 안 오면 인사 담당자에게 알려 주세요.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6060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26060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" y="26060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"등록되지 않은 사번"이 나와요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465576" y="26060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시작 안내 메일을 받기 전이거나 평가 대상이 아닌 경우입니다. 인사 담당자에게 문의하세요.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0632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0632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" y="30632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쓰다가 창을 닫았어요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465576" y="30632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쓰다 멈추면 저절로 저장됩니다. 다시 열면 이어서 쓸 수 있습니다.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5204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35204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2648" y="3520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제출한 뒤에 고치고 싶어요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465576" y="35204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개인작성 기간 안에는 평가지를 다시 열어 고친 뒤 다시 [제출]하면 됩니다.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39776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39776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2648" y="39776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휴대폰으로 해도 되나요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465576" y="39776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포털에 접속되는 곳이면 됩니다. 화면이 작아 PC를 권합니다.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44348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" y="44348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2648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결과는 언제 보나요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3465576" y="44348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등급이 확정되고 결과 알림 메일을 받은 뒤 [내 평가결과]에서 볼 수 있습니다.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02920" y="48920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48920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2648" y="48920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가점이 틀려요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465576" y="48920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[내 가점 확인] 맨 아래에서 [정정 요청 보내기]를 누르세요.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02920" y="53492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평가자가 지킬 규칙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맡은 사람들 점수의 평균을 80점(79.8~80.2)에 맞추는 것이 가장 중요하고, 평가의견은 직원에게 그대로 보입니다.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평균 80점 규칙: 2026년 정기평가 기준 (경영지원실)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1783080"/>
            <a:ext cx="9070848" cy="844906"/>
          </a:xfrm>
          <a:prstGeom prst="roundRect">
            <a:avLst>
              <a:gd name="adj" fmla="val 7576"/>
            </a:avLst>
          </a:prstGeom>
          <a:solidFill>
            <a:srgbClr val="E3F6F1"/>
          </a:solidFill>
          <a:ln w="9525">
            <a:solidFill>
              <a:srgbClr val="00A38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1958645"/>
            <a:ext cx="493776" cy="493776"/>
          </a:xfrm>
          <a:prstGeom prst="ellipse">
            <a:avLst/>
          </a:prstGeom>
          <a:solidFill>
            <a:srgbClr val="00A38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1958645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417320" y="1783080"/>
            <a:ext cx="22860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 80점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1783080"/>
            <a:ext cx="5641848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맡은 사람들 점수의 평균을 80점(허용 79.8~80.2)에 맞춥니다. 마지막 사람을 제출할 때 확인하고, 벗어나면 제출이 막히며 고칠 방법을 화면이 알려 줍니다.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737714"/>
            <a:ext cx="9070848" cy="844906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2913278"/>
            <a:ext cx="493776" cy="493776"/>
          </a:xfrm>
          <a:prstGeom prst="ellipse">
            <a:avLst/>
          </a:prstGeom>
          <a:solidFill>
            <a:srgbClr val="0B3B8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291327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17320" y="2737714"/>
            <a:ext cx="22860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1명이면 예외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2737714"/>
            <a:ext cx="5641848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맡은 사람이 1명이면 평균 규칙을 적용하지 않습니다. 임원의 팀장 평가도 2명 이상이면 똑같이 적용합니다.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3692347"/>
            <a:ext cx="9070848" cy="844906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3867912"/>
            <a:ext cx="493776" cy="493776"/>
          </a:xfrm>
          <a:prstGeom prst="ellipse">
            <a:avLst/>
          </a:prstGeom>
          <a:solidFill>
            <a:srgbClr val="0B3B8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31520" y="3867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3692347"/>
            <a:ext cx="22860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1~10점, 0.1점 단위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749040" y="3692347"/>
            <a:ext cx="5641848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단추로 고르고 −/+로 0.1점씩 조정합니다. 점수는 역량 30% + 업적 70%로 계산합니다.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4646981"/>
            <a:ext cx="9070848" cy="844906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" y="4822546"/>
            <a:ext cx="493776" cy="493776"/>
          </a:xfrm>
          <a:prstGeom prst="ellipse">
            <a:avLst/>
          </a:prstGeom>
          <a:solidFill>
            <a:srgbClr val="0B3B8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31520" y="482254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417320" y="4646981"/>
            <a:ext cx="22860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평가의견은 직원에게 보임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749040" y="4646981"/>
            <a:ext cx="5641848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평가의견(선택)은 결과지에 그대로 표시됩니다. 사실과 구체적인 행동 중심으로 써 주세요.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5601614"/>
            <a:ext cx="9070848" cy="844906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1520" y="5777179"/>
            <a:ext cx="493776" cy="493776"/>
          </a:xfrm>
          <a:prstGeom prst="ellipse">
            <a:avLst/>
          </a:prstGeom>
          <a:solidFill>
            <a:srgbClr val="0B3B8C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731520" y="5777179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417320" y="5601614"/>
            <a:ext cx="2286000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1차는 2차를 볼 수 없음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749040" y="5601614"/>
            <a:ext cx="5641848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평가자(팀장)에게는 2차 점수·의견이 보이지 않습니다. 2차 평가자(임원)는 1차 점수·의견을 참고합니다.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화면 보는 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위쪽에서 맡은 사람과 평균을 보고, 가운데에서 점수를 고르며, 오른쪽에서 직원이 쓴 업적 글과 가점을 참고합니다.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266944" cy="2832661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212080" cy="277779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50332" y="1836431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50332" y="18364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55185" y="2553103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255185" y="255310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94078" y="429478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194078" y="42947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65826" y="3553110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65826" y="355311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782324" y="2214212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782324" y="22142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07608" y="1783080"/>
            <a:ext cx="356616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07608" y="2148840"/>
            <a:ext cx="356616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7220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5391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15391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483096" y="2276856"/>
            <a:ext cx="29992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사람 띠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483096" y="2462784"/>
            <a:ext cx="29992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맡은 사람. 누르면 이동, 끝나면 "완료"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007608" y="2788920"/>
            <a:ext cx="356616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007608" y="2788920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5391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15391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483096" y="2843784"/>
            <a:ext cx="29992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 상자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483096" y="3029712"/>
            <a:ext cx="29992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평균과 80점 기준(79.8~80.2)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15391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15391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483096" y="3410712"/>
            <a:ext cx="29992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점수 단추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483096" y="3596640"/>
            <a:ext cx="29992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주황 밑줄 = 직원이 매긴 본인평가 점수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6153912" y="3986784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15391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6483096" y="3977640"/>
            <a:ext cx="29992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오른쪽 참고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6483096" y="4163568"/>
            <a:ext cx="29992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직원이 쓴 업적 글과 가점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6153912" y="4553712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153912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6483096" y="4544568"/>
            <a:ext cx="299923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보기 방식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6483096" y="4730496"/>
            <a:ext cx="299923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[한 장씩] 또는 [한눈에 보기]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넣고 제출하기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점수 → 업적 점수 → 평가의견 → [제출] 순서이며, 제출 뒤에는 [다음 사람 평가하기]를 눌러 넘어갑니다.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4261104" cy="3120776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n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4206240" cy="30659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62066" y="228658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362066" y="22865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08199" y="4024960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508199" y="402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2296" y="4024960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2296" y="402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01768" y="1783080"/>
            <a:ext cx="457200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01768" y="2148840"/>
            <a:ext cx="457200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16636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14807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14807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477256" y="2276856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점수 → 업적 → 평가의견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477256" y="2462784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평가의견은 선택, 쓰면 직원에게 보입니다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14807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4807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477256" y="2843784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[제출] → 잠김 + 제출 시각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5477256" y="3029712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"○○ 님 평가를 제출했습니다"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001768" y="3355848"/>
            <a:ext cx="457200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001768" y="3355848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4807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14807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5477256" y="3410712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[다음 사람 평가하기]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477256" y="3596640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저절로 넘어가지 않습니다. 마지막 사람이면 [내 평가 현황]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148072" y="3986784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14807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477256" y="3977640"/>
            <a:ext cx="40050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고치려면 [제출 취소]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5477256" y="4163568"/>
            <a:ext cx="40050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 안에서만. 고친 뒤 다시 [제출]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평균이 안 맞을 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사람을 제출할 때 평균이 79.8~80.2를 벗어나면 막히고, 누구 점수를 몇 점으로 고치면 되는지 화면이 알려 줍니다.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541264" cy="1528822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486400" cy="147395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23744" y="1889724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523744" y="18897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56616" y="237170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6616" y="23717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102352" y="2468989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102352" y="246898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81928" y="1783080"/>
            <a:ext cx="329184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81928" y="2148840"/>
            <a:ext cx="329184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465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2823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2823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757416" y="2276856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평균과 막힌 이유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6757416" y="2462784"/>
            <a:ext cx="2724912" cy="30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87.50점 — "평균이 80점에 맞지 않아 제출할 수 없습니다"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281928" y="2917952"/>
            <a:ext cx="3291840" cy="659384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81928" y="2917952"/>
            <a:ext cx="45720" cy="659384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428232" y="298196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428232" y="298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757416" y="2972816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고칠 방법 제안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757416" y="3158744"/>
            <a:ext cx="2724912" cy="30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이 사람 업적 점수만 고치기 ② 모두의 업적 점수를 조금씩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428232" y="367792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428232" y="3677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757416" y="3668776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게이지로 위치 확인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6757416" y="3854704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"지금 평균 · 기준보다 +7.5"처럼 표시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428232" y="424484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428232" y="4244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757416" y="4235704"/>
            <a:ext cx="272491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고친 뒤 다시 [제출]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757416" y="4421632"/>
            <a:ext cx="272491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낸 사람은 [제출 취소] 후 고칠 수 있습니다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평가 현황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맡은 사람들의 제출 상태·내 평균·점수 분포를 한 화면에서 보고, 사람별 제출 일시도 확인합니다.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175504" cy="3268635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120640" cy="32137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469624" y="2589774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469624" y="25897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08819" y="2589774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708819" y="258977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82330" y="386242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282330" y="38624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85386" y="1860248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85386" y="1860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16168" y="1783080"/>
            <a:ext cx="365760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16168" y="2148840"/>
            <a:ext cx="365760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807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6247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06247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391656" y="2276856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 수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391656" y="2462784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중 · 시작 전 인원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916168" y="2788920"/>
            <a:ext cx="365760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916168" y="2788920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6247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06247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391656" y="2843784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평균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6391656" y="3029712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기준(79.8~80.2) 안인지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06247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06247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6391656" y="3410712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준 점수 분포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391656" y="3596640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 하나 = 한 사람. 아래 표에 사람별 제출 일시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062472" y="3986784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062472" y="3986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6391656" y="3977640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[평가 화면으로]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391656" y="4163568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이어서 평가하기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임원: 팀장 평가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임원은 2차 기간에 팀원 2차 평가와 함께 팀장을 평가하며, 방법과 규칙은 같습니다.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화면은 시험용 가짜 명단으로 만든 예시입니다 (실제 이름·점수가 아님)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" y="1755648"/>
            <a:ext cx="5175504" cy="1878903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1" name="Image 0" descr="/tmp/claude-0/-home-user-hr-eval/f1c51dbb-46cf-5fd9-ad33-9d189246058b/scratchpad/guide/crop/exec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5120640" cy="182403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26888" y="2430304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626888" y="2430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232599" y="3066894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232599" y="30668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" y="3707703"/>
            <a:ext cx="5175504" cy="13069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AE5"/>
            </a:solidFill>
            <a:prstDash val="solid"/>
          </a:ln>
        </p:spPr>
      </p:sp>
      <p:pic>
        <p:nvPicPr>
          <p:cNvPr id="17" name="Image 1" descr="/tmp/claude-0/-home-user-hr-eval/f1c51dbb-46cf-5fd9-ad33-9d189246058b/scratchpad/guide/crop/l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35135"/>
            <a:ext cx="5120640" cy="125203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884396" y="4587843"/>
            <a:ext cx="237744" cy="237744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884396" y="458784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916168" y="1783080"/>
            <a:ext cx="3657600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16168" y="2148840"/>
            <a:ext cx="3657600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076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따라 하기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916168" y="2221992"/>
            <a:ext cx="3657600" cy="530352"/>
          </a:xfrm>
          <a:prstGeom prst="rect">
            <a:avLst/>
          </a:prstGeom>
          <a:solidFill>
            <a:srgbClr val="E3F6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916168" y="2221992"/>
            <a:ext cx="45720" cy="530352"/>
          </a:xfrm>
          <a:prstGeom prst="rect">
            <a:avLst/>
          </a:prstGeom>
          <a:solidFill>
            <a:srgbClr val="00A38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062472" y="2286000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062472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6391656" y="2276856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[팀장 평가] 카드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391656" y="2462784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기간에 따로 생깁니다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062472" y="2852928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062472" y="2852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6391656" y="2843784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[2차 평가] 카드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6391656" y="3029712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2차 평가 — 1차 점수·의견을 참고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6062472" y="3419856"/>
            <a:ext cx="256032" cy="256032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06247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6391656" y="3410712"/>
            <a:ext cx="3090672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맡은 팀장이 1명이면 평균 예외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6391656" y="3596640"/>
            <a:ext cx="3090672" cy="154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 이상이면 평균 80점 규칙 적용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5916168" y="5675630"/>
            <a:ext cx="3657600" cy="770890"/>
          </a:xfrm>
          <a:prstGeom prst="rect">
            <a:avLst/>
          </a:prstGeom>
          <a:solidFill>
            <a:srgbClr val="F2F3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6080760" y="5767070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팀장 평가는 임원 1명이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6080760" y="6023102"/>
            <a:ext cx="3328416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팀장은 1차 평가 없이 담당 임원 한 분이 평가합니다. 점수 넣기·제출·제출 취소는 팀원 평가와 같습니다.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Ⅲ. 평가자편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 자주 묻는 질문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취소·평균 규칙·평가의견 공개 범위를 가장 많이 묻습니다.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830568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문의: 경영지원실 인사 담당자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1783080"/>
            <a:ext cx="2834640" cy="365760"/>
          </a:xfrm>
          <a:prstGeom prst="rect">
            <a:avLst/>
          </a:prstGeom>
          <a:solidFill>
            <a:srgbClr val="0B3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1783080"/>
            <a:ext cx="6236208" cy="365760"/>
          </a:xfrm>
          <a:prstGeom prst="rect">
            <a:avLst/>
          </a:prstGeom>
          <a:solidFill>
            <a:srgbClr val="0B3B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이럴 때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1783080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하세요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21488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" y="2148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제출했는데 고치고 싶어요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65576" y="21488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 안에 그 사람 화면에서 [제출 취소] → 고친 뒤 다시 [제출]하세요.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6060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26060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2648" y="26060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평균이 안 맞아 제출이 안 돼요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465576" y="26060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고칠 방법(업적 점수 조정)대로 고친 뒤 다시 제출하세요. 평균은 마지막 사람 제출 때만 확인합니다.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0632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0632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" y="30632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평가의견은 꼭 써야 하나요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465576" y="30632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선택입니다. 쓰면 직원 결과지에 그대로 보이니 사실과 행동 중심으로 써 주세요.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02920" y="35204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" y="35204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2648" y="3520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직원 평가지가 안 보여요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465576" y="35204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직원이 본인 평가지를 제출해야 보입니다. 미제출이면 인사 담당자가 독촉합니다.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39776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39776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2648" y="39776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기간이 지났어요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3465576" y="39776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평가자는 더 입력할 수 없습니다. 인사 담당자에게 알려 주세요.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44348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02920" y="4434840"/>
            <a:ext cx="2834640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2648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팀장인데 2차 점수가 궁금해요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3465576" y="4434840"/>
            <a:ext cx="599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평가자에게는 2차 점수·의견이 보이지 않습니다 (공정성).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02920" y="4892040"/>
            <a:ext cx="9070848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5FD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Ⅳ. 문의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12064"/>
            <a:ext cx="9070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9070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기간·일정은 별도로 안내하며, 화면 오류는 어느 화면에서 무엇을 눌렀는지와 함께 알려 주세요.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POWERNET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71231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025128" y="7123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2C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783080"/>
            <a:ext cx="4352544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148840"/>
            <a:ext cx="4352544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" y="178308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인사 담당자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담당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33172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경영지원실 김지만 파트장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788920"/>
            <a:ext cx="4352544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834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내선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283464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          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291840"/>
            <a:ext cx="4352544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메일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33756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          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3794760"/>
            <a:ext cx="4352544" cy="0"/>
          </a:xfrm>
          <a:prstGeom prst="line">
            <a:avLst/>
          </a:prstGeom>
          <a:ln w="6350">
            <a:solidFill>
              <a:srgbClr val="DDE2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21224" y="1783080"/>
            <a:ext cx="4352544" cy="365760"/>
          </a:xfrm>
          <a:prstGeom prst="rect">
            <a:avLst/>
          </a:prstGeom>
          <a:solidFill>
            <a:srgbClr val="E6E9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21224" y="2148840"/>
            <a:ext cx="4352544" cy="0"/>
          </a:xfrm>
          <a:prstGeom prst="line">
            <a:avLst/>
          </a:prstGeom>
          <a:noFill/>
          <a:ln w="19050">
            <a:solidFill>
              <a:srgbClr val="CDD3D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85816" y="1783080"/>
            <a:ext cx="4078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오류를 알릴 때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358384" y="2395728"/>
            <a:ext cx="274320" cy="27432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58384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769864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누구로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095744" y="233172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이름(또는 평가 대상자)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358384" y="2962656"/>
            <a:ext cx="274320" cy="27432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58384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769864" y="2898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어느 화면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095744" y="289864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평가하기 · 1차 평가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358384" y="3529584"/>
            <a:ext cx="274320" cy="27432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358384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769864" y="34655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했을 때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7095744" y="3465576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마지막 사람 [제출]을 눌렀을 때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358384" y="4096512"/>
            <a:ext cx="274320" cy="27432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358384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769864" y="40325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C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캡처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095744" y="4032504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Windows: Win + Shift + 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02920" y="4526280"/>
            <a:ext cx="9070848" cy="1920240"/>
          </a:xfrm>
          <a:prstGeom prst="roundRect">
            <a:avLst>
              <a:gd name="adj" fmla="val 3333"/>
            </a:avLst>
          </a:prstGeom>
          <a:solidFill>
            <a:srgbClr val="E3F6F1"/>
          </a:solidFill>
          <a:ln w="9525">
            <a:solidFill>
              <a:srgbClr val="00A38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77240" y="4709160"/>
            <a:ext cx="8522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38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대외비 안내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77240" y="5074920"/>
            <a:ext cx="8522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내용과 결과는 회사 대외비입니다. 화면을 캡처해 다른 사람에게 보내거나, 다른 사람의 평가지를 대신 써 주지 마세요. 평가 내용은 암호화해 저장되며 인사 담당자 외에는 열 수 없습니다.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인사평가 시스템 사용 안내</dc:title>
  <dc:subject>PptxGenJS Presentation</dc:subject>
  <dc:creator>PptxGenJS</dc:creator>
  <cp:lastModifiedBy>PptxGenJS</cp:lastModifiedBy>
  <cp:revision>1</cp:revision>
  <dcterms:created xsi:type="dcterms:W3CDTF">2026-10-28T10:36:34Z</dcterms:created>
  <dcterms:modified xsi:type="dcterms:W3CDTF">2026-10-28T10:36:34Z</dcterms:modified>
</cp:coreProperties>
</file>